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681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036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609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2254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9209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984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468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896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689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8790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1489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3F966-EAD6-4519-89EC-5C004AD5096C}" type="datetimeFigureOut">
              <a:rPr lang="hu-HU" smtClean="0"/>
              <a:t>2026. 04. 14.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EDAB6-09F6-45BC-B121-A0965E228F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534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emina.hu/utazas/erdo-kirandulas-magyarorszag/" TargetMode="External"/><Relationship Id="rId2" Type="http://schemas.openxmlformats.org/officeDocument/2006/relationships/hyperlink" Target="https://www.rawpixel.com/search/mushroom%20transparent?page=1&amp;path=1522&amp;sort=curated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517" y="895350"/>
            <a:ext cx="5962650" cy="5962650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6" y="749300"/>
            <a:ext cx="5715000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69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1026" name="Picture 2" descr="Mushroom transparent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94" y="-14288"/>
            <a:ext cx="7048500" cy="704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52462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9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76654" y="20796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hu-HU" dirty="0" smtClean="0">
                <a:hlinkClick r:id="rId2"/>
              </a:rPr>
              <a:t>https://www.rawpixel.com/search/mushroom%20transparent?page=1&amp;path=1522&amp;sort=curated</a:t>
            </a:r>
            <a:r>
              <a:rPr lang="hu-HU" dirty="0" smtClean="0"/>
              <a:t> </a:t>
            </a:r>
            <a:endParaRPr lang="hu-HU" dirty="0"/>
          </a:p>
        </p:txBody>
      </p:sp>
      <p:sp>
        <p:nvSpPr>
          <p:cNvPr id="3" name="Szövegdoboz 2"/>
          <p:cNvSpPr txBox="1"/>
          <p:nvPr/>
        </p:nvSpPr>
        <p:spPr>
          <a:xfrm>
            <a:off x="1380392" y="694592"/>
            <a:ext cx="2321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Php nyelv</a:t>
            </a:r>
            <a:endParaRPr lang="hu-HU" dirty="0"/>
          </a:p>
        </p:txBody>
      </p:sp>
      <p:sp>
        <p:nvSpPr>
          <p:cNvPr id="4" name="Szövegdoboz 3"/>
          <p:cNvSpPr txBox="1"/>
          <p:nvPr/>
        </p:nvSpPr>
        <p:spPr>
          <a:xfrm>
            <a:off x="1521068" y="3771900"/>
            <a:ext cx="100847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Magyar erdők képek                              </a:t>
            </a:r>
            <a:r>
              <a:rPr lang="hu-HU" dirty="0" err="1" smtClean="0"/>
              <a:t>pl</a:t>
            </a:r>
            <a:r>
              <a:rPr lang="hu-HU" dirty="0" smtClean="0"/>
              <a:t>: </a:t>
            </a:r>
            <a:r>
              <a:rPr lang="hu-HU" dirty="0" smtClean="0">
                <a:hlinkClick r:id="rId3"/>
              </a:rPr>
              <a:t>https://femina.hu/utazas/erdo-kirandulas-magyarorszag/</a:t>
            </a:r>
            <a:r>
              <a:rPr lang="hu-HU" dirty="0" smtClean="0"/>
              <a:t> </a:t>
            </a:r>
          </a:p>
          <a:p>
            <a:r>
              <a:rPr lang="hu-HU" dirty="0" err="1" smtClean="0"/>
              <a:t>Google</a:t>
            </a:r>
            <a:r>
              <a:rPr lang="hu-HU" dirty="0" smtClean="0"/>
              <a:t>: </a:t>
            </a:r>
            <a:r>
              <a:rPr lang="hu-HU" dirty="0" err="1" smtClean="0"/>
              <a:t>magyarország</a:t>
            </a:r>
            <a:r>
              <a:rPr lang="hu-HU" dirty="0" smtClean="0"/>
              <a:t> </a:t>
            </a:r>
            <a:r>
              <a:rPr lang="hu-HU" dirty="0" err="1" smtClean="0"/>
              <a:t>erdejei</a:t>
            </a:r>
            <a:endParaRPr lang="hu-HU" dirty="0"/>
          </a:p>
          <a:p>
            <a:endParaRPr lang="hu-HU" dirty="0" smtClean="0"/>
          </a:p>
          <a:p>
            <a:r>
              <a:rPr lang="hu-HU" dirty="0" smtClean="0"/>
              <a:t>https://www.google.com/search?client=firefox-b-d&amp;hs=c3L&amp;sca_esv=d0a1e93f4488cb4c&amp;sxsrf=ANbL-n5qTrz3iwwgmNPFPNx_VXRQolWBaQ:1775902793360&amp;udm=2&amp;fbs=ADc_l-akmJ9clyHhwEynr9YRwEo_tYQUWp-_aNxOcHgKpLE-YUy1rF_kA3bn_mrSgXcgNhn0lG9RN80gRMxP-A2NGIg7J5gdlXV5DDIdWAtC8_mhva8zYLtVfqyd-IgMRVeOawD0mDfTZp0QXWmBbv-AQP8pYxzUETQr4Pb0gjC49FdHpzao1Q19QqjTNUOuC8lKuFy9_2JwEUzz6P3K_yUg6WVRxQugSg&amp;q=magyarorsz%C3%A1g+erdejei&amp;sa=X&amp;ved=2ahUKEwiMpJ25yeWTAxXBHBAIHd7UKLkQtKgLegQIFhAB&amp;biw=1600&amp;bih=721&amp;dpr=1#sv=CAMSVhoyKhBlLV82c19KOWVIRGtZWVRNMg5fNnNfSjllSERrWVlUTToORWVaWnZTYnZkS2tiSE0gBCocCgZtb3NhaWMSEGUtXzZzX0o5ZUhEa1lZVE0YADABGAcgy4vgrQ5KCBABGAEgASgB  </a:t>
            </a:r>
          </a:p>
        </p:txBody>
      </p:sp>
    </p:spTree>
    <p:extLst>
      <p:ext uri="{BB962C8B-B14F-4D97-AF65-F5344CB8AC3E}">
        <p14:creationId xmlns:p14="http://schemas.microsoft.com/office/powerpoint/2010/main" val="2267409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/>
          <p:cNvSpPr txBox="1"/>
          <p:nvPr/>
        </p:nvSpPr>
        <p:spPr>
          <a:xfrm>
            <a:off x="2162907" y="650631"/>
            <a:ext cx="88890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őzök</a:t>
            </a:r>
          </a:p>
          <a:p>
            <a:endParaRPr lang="hu-HU" dirty="0"/>
          </a:p>
          <a:p>
            <a:r>
              <a:rPr lang="hu-HU" dirty="0" smtClean="0"/>
              <a:t>https://www.google.com/search?client=firefox-b-d&amp;hs=c3L&amp;sca_esv=d0a1e93f4488cb4c&amp;sxsrf=ANbL-n5qTrz3iwwgmNPFPNx_VXRQolWBaQ:1775902793360&amp;udm=2&amp;fbs=ADc_l-akmJ9clyHhwEynr9YRwEo_tYQUWp-_aNxOcHgKpLE-YUy1rF_kA3bn_mrSgXcgNhn0lG9RN80gRMxP-A2NGIg7J5gdlXV5DDIdWAtC8_mhva8zYLtVfqyd-IgMRVeOawD0mDfTZp0QXWmBbv-AQP8pYxzUETQr4Pb0gjC49FdHpzao1Q19QqjTNUOuC8lKuFy9_2JwEUzz6P3K_yUg6WVRxQugSg&amp;q=magyarorsz%C3%A1g+erdejei&amp;sa=X&amp;ved=2ahUKEwiMpJ25yeWTAxXBHBAIHd7UKLkQtKgLegQIFhAB&amp;biw=1600&amp;bih=721&amp;dpr=1#sv=CAMSVhoyKhBlLUl0Ui16WEN6SWJrTUVNMg5JdFItelhDeklia01FTToOWVRLc1lZUHllY1EyWk0gBCocCgZtb3NhaWMSEGUtSXRSLXpYQ3pJYmtNRU0YADABGAcgsL_0pAxKCBABGAEgASgB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99283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</Words>
  <Application>Microsoft Office PowerPoint</Application>
  <PresentationFormat>Szélesvásznú</PresentationFormat>
  <Paragraphs>9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Office-téma</vt:lpstr>
      <vt:lpstr>PowerPoint bemutató</vt:lpstr>
      <vt:lpstr>PowerPoint bemutató</vt:lpstr>
      <vt:lpstr>https://www.rawpixel.com/search/mushroom%20transparent?page=1&amp;path=1522&amp;sort=curated </vt:lpstr>
      <vt:lpstr>PowerPoint bemutató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user</dc:creator>
  <cp:lastModifiedBy>user</cp:lastModifiedBy>
  <cp:revision>4</cp:revision>
  <dcterms:created xsi:type="dcterms:W3CDTF">2026-04-14T17:54:33Z</dcterms:created>
  <dcterms:modified xsi:type="dcterms:W3CDTF">2026-04-14T18:03:55Z</dcterms:modified>
</cp:coreProperties>
</file>