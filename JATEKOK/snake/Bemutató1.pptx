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2323" y="-17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913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530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6830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214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1321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037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665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705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342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12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555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36B22-79C8-4099-B325-9A3240E7D3A6}" type="datetimeFigureOut">
              <a:rPr lang="hu-HU" smtClean="0"/>
              <a:t>2026. 08. 06.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46003-3888-4BA5-9CE0-2990D51F01F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339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350" y="4417383"/>
            <a:ext cx="1219370" cy="1219370"/>
          </a:xfrm>
          <a:prstGeom prst="rect">
            <a:avLst/>
          </a:prstGeom>
        </p:spPr>
      </p:pic>
      <p:pic>
        <p:nvPicPr>
          <p:cNvPr id="18" name="Kép 17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6236237" y="4363727"/>
            <a:ext cx="1088617" cy="1219370"/>
          </a:xfrm>
          <a:prstGeom prst="rect">
            <a:avLst/>
          </a:prstGeom>
        </p:spPr>
      </p:pic>
      <p:pic>
        <p:nvPicPr>
          <p:cNvPr id="20" name="Kép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720" y="4389426"/>
            <a:ext cx="1219370" cy="1219370"/>
          </a:xfrm>
          <a:prstGeom prst="rect">
            <a:avLst/>
          </a:prstGeom>
        </p:spPr>
      </p:pic>
      <p:pic>
        <p:nvPicPr>
          <p:cNvPr id="21" name="Kép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5268" y="4410507"/>
            <a:ext cx="1219370" cy="1219370"/>
          </a:xfrm>
          <a:prstGeom prst="rect">
            <a:avLst/>
          </a:prstGeom>
        </p:spPr>
      </p:pic>
      <p:pic>
        <p:nvPicPr>
          <p:cNvPr id="22" name="Kép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174368" y="5033081"/>
            <a:ext cx="1219370" cy="1219370"/>
          </a:xfrm>
          <a:prstGeom prst="rect">
            <a:avLst/>
          </a:prstGeom>
        </p:spPr>
      </p:pic>
      <p:pic>
        <p:nvPicPr>
          <p:cNvPr id="23" name="Kép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757830" y="5508581"/>
            <a:ext cx="1219370" cy="1219370"/>
          </a:xfrm>
          <a:prstGeom prst="rect">
            <a:avLst/>
          </a:prstGeom>
        </p:spPr>
      </p:pic>
      <p:pic>
        <p:nvPicPr>
          <p:cNvPr id="24" name="Kép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355" y="3297522"/>
            <a:ext cx="1219370" cy="1219370"/>
          </a:xfrm>
          <a:prstGeom prst="rect">
            <a:avLst/>
          </a:prstGeom>
        </p:spPr>
      </p:pic>
      <p:pic>
        <p:nvPicPr>
          <p:cNvPr id="25" name="Kép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5321709" y="3151233"/>
            <a:ext cx="1219370" cy="1219370"/>
          </a:xfrm>
          <a:prstGeom prst="rect">
            <a:avLst/>
          </a:prstGeom>
        </p:spPr>
      </p:pic>
      <p:pic>
        <p:nvPicPr>
          <p:cNvPr id="26" name="Kép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166521">
            <a:off x="7564683" y="683250"/>
            <a:ext cx="1219370" cy="1219370"/>
          </a:xfrm>
          <a:prstGeom prst="rect">
            <a:avLst/>
          </a:prstGeom>
        </p:spPr>
      </p:pic>
      <p:pic>
        <p:nvPicPr>
          <p:cNvPr id="27" name="Kép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8784053" y="643279"/>
            <a:ext cx="1219370" cy="1219370"/>
          </a:xfrm>
          <a:prstGeom prst="rect">
            <a:avLst/>
          </a:prstGeom>
        </p:spPr>
      </p:pic>
      <p:pic>
        <p:nvPicPr>
          <p:cNvPr id="28" name="Kép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4896" y="3204629"/>
            <a:ext cx="1219370" cy="1219370"/>
          </a:xfrm>
          <a:prstGeom prst="rect">
            <a:avLst/>
          </a:prstGeom>
        </p:spPr>
      </p:pic>
      <p:pic>
        <p:nvPicPr>
          <p:cNvPr id="29" name="Kép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8715" y="2989064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3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225852" y="1953851"/>
            <a:ext cx="1219370" cy="1219370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213" y="4525770"/>
            <a:ext cx="1219370" cy="1219370"/>
          </a:xfrm>
          <a:prstGeom prst="rect">
            <a:avLst/>
          </a:prstGeom>
        </p:spPr>
      </p:pic>
      <p:pic>
        <p:nvPicPr>
          <p:cNvPr id="27" name="Kép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149" y="2986870"/>
            <a:ext cx="1219370" cy="1219370"/>
          </a:xfrm>
          <a:prstGeom prst="rect">
            <a:avLst/>
          </a:prstGeom>
        </p:spPr>
      </p:pic>
      <p:pic>
        <p:nvPicPr>
          <p:cNvPr id="32" name="Kép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89" y="1993137"/>
            <a:ext cx="1219370" cy="1219370"/>
          </a:xfrm>
          <a:prstGeom prst="rect">
            <a:avLst/>
          </a:prstGeom>
        </p:spPr>
      </p:pic>
      <p:pic>
        <p:nvPicPr>
          <p:cNvPr id="37" name="Kép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061115" y="3173221"/>
            <a:ext cx="1219370" cy="1219370"/>
          </a:xfrm>
          <a:prstGeom prst="rect">
            <a:avLst/>
          </a:prstGeom>
        </p:spPr>
      </p:pic>
      <p:pic>
        <p:nvPicPr>
          <p:cNvPr id="38" name="Kép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308989" y="3459225"/>
            <a:ext cx="1219370" cy="1219370"/>
          </a:xfrm>
          <a:prstGeom prst="rect">
            <a:avLst/>
          </a:prstGeom>
        </p:spPr>
      </p:pic>
      <p:pic>
        <p:nvPicPr>
          <p:cNvPr id="51" name="Kép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43" y="4515950"/>
            <a:ext cx="1219370" cy="1219370"/>
          </a:xfrm>
          <a:prstGeom prst="rect">
            <a:avLst/>
          </a:prstGeom>
        </p:spPr>
      </p:pic>
      <p:pic>
        <p:nvPicPr>
          <p:cNvPr id="52" name="Kép 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 flipH="1">
            <a:off x="8041555" y="3459224"/>
            <a:ext cx="1219370" cy="1219370"/>
          </a:xfrm>
          <a:prstGeom prst="rect">
            <a:avLst/>
          </a:prstGeom>
        </p:spPr>
      </p:pic>
      <p:pic>
        <p:nvPicPr>
          <p:cNvPr id="53" name="Kép 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43" y="4515950"/>
            <a:ext cx="1219370" cy="1219370"/>
          </a:xfrm>
          <a:prstGeom prst="rect">
            <a:avLst/>
          </a:prstGeom>
        </p:spPr>
      </p:pic>
      <p:pic>
        <p:nvPicPr>
          <p:cNvPr id="54" name="Kép 5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8843" y="4511040"/>
            <a:ext cx="1219370" cy="1219370"/>
          </a:xfrm>
          <a:prstGeom prst="rect">
            <a:avLst/>
          </a:prstGeom>
        </p:spPr>
      </p:pic>
      <p:pic>
        <p:nvPicPr>
          <p:cNvPr id="55" name="Kép 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843" y="4520860"/>
            <a:ext cx="1219370" cy="1219370"/>
          </a:xfrm>
          <a:prstGeom prst="rect">
            <a:avLst/>
          </a:prstGeom>
        </p:spPr>
      </p:pic>
      <p:pic>
        <p:nvPicPr>
          <p:cNvPr id="56" name="Kép 5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5199" y="4511040"/>
            <a:ext cx="1219370" cy="1219370"/>
          </a:xfrm>
          <a:prstGeom prst="rect">
            <a:avLst/>
          </a:prstGeom>
        </p:spPr>
      </p:pic>
      <p:pic>
        <p:nvPicPr>
          <p:cNvPr id="57" name="Kép 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5199" y="4520860"/>
            <a:ext cx="1219370" cy="1219370"/>
          </a:xfrm>
          <a:prstGeom prst="rect">
            <a:avLst/>
          </a:prstGeom>
        </p:spPr>
      </p:pic>
      <p:pic>
        <p:nvPicPr>
          <p:cNvPr id="58" name="Kép 5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8843" y="4511040"/>
            <a:ext cx="1219370" cy="1219370"/>
          </a:xfrm>
          <a:prstGeom prst="rect">
            <a:avLst/>
          </a:prstGeom>
        </p:spPr>
      </p:pic>
      <p:pic>
        <p:nvPicPr>
          <p:cNvPr id="59" name="Kép 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8843" y="4515950"/>
            <a:ext cx="1219370" cy="1219370"/>
          </a:xfrm>
          <a:prstGeom prst="rect">
            <a:avLst/>
          </a:prstGeom>
        </p:spPr>
      </p:pic>
      <p:pic>
        <p:nvPicPr>
          <p:cNvPr id="60" name="Kép 5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5199" y="4501220"/>
            <a:ext cx="1219370" cy="1219370"/>
          </a:xfrm>
          <a:prstGeom prst="rect">
            <a:avLst/>
          </a:prstGeom>
        </p:spPr>
      </p:pic>
      <p:pic>
        <p:nvPicPr>
          <p:cNvPr id="61" name="Kép 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8989" y="4678595"/>
            <a:ext cx="1219370" cy="1219370"/>
          </a:xfrm>
          <a:prstGeom prst="rect">
            <a:avLst/>
          </a:prstGeom>
        </p:spPr>
      </p:pic>
      <p:pic>
        <p:nvPicPr>
          <p:cNvPr id="64" name="Kép 6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38843" y="3301490"/>
            <a:ext cx="1219370" cy="1219370"/>
          </a:xfrm>
          <a:prstGeom prst="rect">
            <a:avLst/>
          </a:prstGeom>
        </p:spPr>
      </p:pic>
      <p:pic>
        <p:nvPicPr>
          <p:cNvPr id="65" name="Kép 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1555" y="2239854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46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0</Words>
  <Application>Microsoft Office PowerPoint</Application>
  <PresentationFormat>Szélesvásznú</PresentationFormat>
  <Paragraphs>0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Office-téma</vt:lpstr>
      <vt:lpstr>PowerPoint bemutató</vt:lpstr>
      <vt:lpstr>PowerPoint bemutató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user</dc:creator>
  <cp:lastModifiedBy>user</cp:lastModifiedBy>
  <cp:revision>20</cp:revision>
  <dcterms:created xsi:type="dcterms:W3CDTF">2026-08-06T17:10:37Z</dcterms:created>
  <dcterms:modified xsi:type="dcterms:W3CDTF">2026-08-07T21:34:56Z</dcterms:modified>
</cp:coreProperties>
</file>